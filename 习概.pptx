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3" r:id="rId5"/>
    <p:sldId id="258" r:id="rId6"/>
    <p:sldId id="264" r:id="rId7"/>
    <p:sldId id="259" r:id="rId8"/>
    <p:sldId id="261" r:id="rId9"/>
    <p:sldId id="262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48" autoAdjust="0"/>
  </p:normalViewPr>
  <p:slideViewPr>
    <p:cSldViewPr snapToGrid="0">
      <p:cViewPr varScale="1">
        <p:scale>
          <a:sx n="87" d="100"/>
          <a:sy n="87" d="100"/>
        </p:scale>
        <p:origin x="6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6183BE-74BC-71C7-3F72-F198A077B2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449A230-035F-FF03-3F44-73F3843DF9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4BB2B2-36B2-01FE-50B6-6FF3A0BB1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926254-89A3-699E-D486-B07167B7D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609B72-5E08-7646-A8D5-613D8DFB4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86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39F03-2BE4-B9F2-7C8B-17A4C695F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8EC288-D263-D4C7-AD44-1833F78594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46D37F-2545-1561-ADAF-5733257AC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4587B7-70A8-6AE5-4A88-3932B2A3B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383464-5634-32C4-B851-0F6A07F9C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3821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DEDD60-CBAA-98DF-3DAC-5C0C804C4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AA9AFF-777A-3DBA-E60C-5DD9378E81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682DDC-493C-4DBD-8C4B-84D8BFAA0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C2AB96-A5CF-AAB7-E465-5D6908B37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9E779B-9D92-E98C-5380-0F28B2B9E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8138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AF306A-46F4-D088-A038-32C2E931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07AB21-4747-7831-1442-20E14C5C5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A7F1F1E-2F1E-7117-4BAC-CA5EF99617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961E5BA-88CF-B891-A203-041A16A84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3D78FC9-2351-A1AE-EA5E-1FDB78317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FD58C7-D09A-2D96-38D5-6862002B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5440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6BA664-4962-2212-3BC6-8B4178CFF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11E151-63DE-CD1F-0E82-455181678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A57165B-EE76-285C-082F-EFD52E471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C863AB8-58FF-71B9-119F-8B2E4B02DC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E5C782E-2B50-B557-6A3B-5969B135D9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710795C-7713-4E9F-58B2-481D3E519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80BABA8-57F7-0CF6-698C-B9255140E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82A0453-CCC5-59F6-C19A-041B72FE6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1877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5E30AC-D243-D41C-FFEC-B92013831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0E4AE09-0243-5189-1AE7-31B409056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23A1301-6066-47DB-DC77-5CBC1D465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248F8-D262-E27C-6F7A-2D96F5660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217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4AE7E8-6420-17CA-D2E7-514EAC85A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F3CCE2-2120-D45E-5A95-A2A6DF39D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AD5E83-7065-AEE7-566D-D0A5FD42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930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F350ED-3657-2E07-A50C-675E32E4D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640751-631E-FF8E-F26C-8BC0E256D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3851B4-196B-7E0B-F489-515132010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74D4893-6A1E-52C2-8482-A56682CD6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7E6F9F-98CA-74AD-2A77-A153DBB7C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9A658C8-C72A-C376-14D8-6B8D30E21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308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E32CF-ECB9-F447-8620-CDA3B00D2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699E8F-8209-C7ED-25D6-D7C6CAAD6C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8650584-575A-1EF4-D2AD-3ECBB74B6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6D4E12-2FDE-F5AD-1BE5-84FBB947D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C7AACE-05AC-DB07-5B76-9C98E43E1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1BA20F1-4A71-E52B-90CD-0573AEA69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7385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65C27-69AC-6A87-E9D9-5148B107D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DA8840-521B-F8FE-6395-F7B8728AA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667DA9-916F-5A60-0D91-772541E4D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F8FE1F-7977-5ABA-5AAD-B4D107AED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F06966-CD8A-B068-1149-BE47E95A6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973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6A7BC87-4E5B-125D-9918-D34D333D32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B5FA92-8B4A-B7C7-D21E-F71F1A920E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5C4215-1973-B6EA-FFC5-5B0489AC8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16AAF4-C09C-152D-0955-EA3DAE9A1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19E298-AEB6-84EC-1DD1-D1C30C05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010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3EECE7F-F214-FB41-E291-15EFD3F34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EDF06D-9ECA-F7E9-3FB1-AE1AA4DA6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7C7582-FDC7-BB2B-9E82-D2541A8F8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216A91-74DF-4340-8809-CF57F18855D2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82043A-C02B-6717-9E88-455D4CE792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1EBF7E-8A03-5C63-6EC4-1C7590B46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B91350-B21F-4182-B973-58F356CC2B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59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5A226A-C472-6BA9-4255-466D8B4155AF}"/>
              </a:ext>
            </a:extLst>
          </p:cNvPr>
          <p:cNvSpPr txBox="1"/>
          <p:nvPr/>
        </p:nvSpPr>
        <p:spPr>
          <a:xfrm>
            <a:off x="2717663" y="2844713"/>
            <a:ext cx="7258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第三部分：未来与我的新时代</a:t>
            </a:r>
          </a:p>
        </p:txBody>
      </p:sp>
    </p:spTree>
    <p:extLst>
      <p:ext uri="{BB962C8B-B14F-4D97-AF65-F5344CB8AC3E}">
        <p14:creationId xmlns:p14="http://schemas.microsoft.com/office/powerpoint/2010/main" val="2484637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E8A4BA-7B53-50C5-5D8C-DBD56F7C2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78789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48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我与新时代的故事，不仅停留在过去和当下，更将滚滚向前，驶向更宽广的未来</a:t>
            </a:r>
          </a:p>
        </p:txBody>
      </p:sp>
    </p:spTree>
    <p:extLst>
      <p:ext uri="{BB962C8B-B14F-4D97-AF65-F5344CB8AC3E}">
        <p14:creationId xmlns:p14="http://schemas.microsoft.com/office/powerpoint/2010/main" val="1211685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54ED6AD-236E-64DC-C013-9DB114EF0FAD}"/>
              </a:ext>
            </a:extLst>
          </p:cNvPr>
          <p:cNvSpPr txBox="1"/>
          <p:nvPr/>
        </p:nvSpPr>
        <p:spPr>
          <a:xfrm>
            <a:off x="402608" y="777923"/>
            <a:ext cx="63393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若说以往的篇章书写的是成长与感恩的底色，那么此后的篇章，注定要以责任与担当为最亮的主旋律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E0BDD6A-820E-F534-BBFA-4D9F289CF559}"/>
              </a:ext>
            </a:extLst>
          </p:cNvPr>
          <p:cNvSpPr txBox="1"/>
          <p:nvPr/>
        </p:nvSpPr>
        <p:spPr>
          <a:xfrm rot="10800000" flipV="1">
            <a:off x="6802757" y="3387382"/>
            <a:ext cx="507079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我们脚下的路，是前人用一砖一瓦铺就的</a:t>
            </a:r>
            <a:endParaRPr lang="en-US" altLang="zh-CN" sz="200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endParaRPr lang="en-US" altLang="zh-CN" sz="200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sz="20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我们享受的便利，是无数建设者以汗水，甚至生命换来的</a:t>
            </a:r>
            <a:endParaRPr lang="en-US" altLang="zh-CN" sz="200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endParaRPr lang="en-US" altLang="zh-CN" sz="200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en-US" sz="20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而通往未来的那条路，则必须由我们亲手去开拓，下一个十年的新时代故事，也终将由我们这一代来书写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31AA3A5-51A5-BF84-DA66-3AF5190AA5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395" y="2782252"/>
            <a:ext cx="4514850" cy="30003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96BD524-5C52-32B9-58FA-E4627F783C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0886"/>
          <a:stretch/>
        </p:blipFill>
        <p:spPr>
          <a:xfrm>
            <a:off x="7565619" y="777923"/>
            <a:ext cx="3308122" cy="223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8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5776C6-BE4F-D0A5-57B5-084B904C2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021E815-A778-D8C0-82FE-F993AB7F2AB9}"/>
              </a:ext>
            </a:extLst>
          </p:cNvPr>
          <p:cNvSpPr txBox="1"/>
          <p:nvPr/>
        </p:nvSpPr>
        <p:spPr>
          <a:xfrm>
            <a:off x="2717663" y="2844713"/>
            <a:ext cx="725863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谈到“责任”与“担当”，许多人会觉得这些词有些宏大、抽象，甚至离自己有点遥远。我们也常常会疑惑：责任，究竟是什么时候真正落在了我们的肩上（建议放前面）</a:t>
            </a:r>
            <a:endParaRPr lang="en-US" altLang="zh-CN" sz="360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51917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7A4D487-CA11-E9F8-67FF-ABA86D55FDFF}"/>
              </a:ext>
            </a:extLst>
          </p:cNvPr>
          <p:cNvSpPr txBox="1"/>
          <p:nvPr/>
        </p:nvSpPr>
        <p:spPr>
          <a:xfrm>
            <a:off x="264696" y="470433"/>
            <a:ext cx="6415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其实，书写新时代故事的责任，从未远离，它一直活生生地存在于我们身边</a:t>
            </a:r>
            <a:endParaRPr lang="en-US" altLang="zh-CN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BE994B8-FA7D-6378-700B-FB81FBD77B05}"/>
              </a:ext>
            </a:extLst>
          </p:cNvPr>
          <p:cNvSpPr txBox="1"/>
          <p:nvPr/>
        </p:nvSpPr>
        <p:spPr>
          <a:xfrm>
            <a:off x="2082122" y="5527325"/>
            <a:ext cx="4013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也是无数在普通岗位上默默坚守、默默奉献的人们</a:t>
            </a:r>
            <a:endParaRPr lang="en-US" altLang="zh-CN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5F71C52-98D8-DE53-3080-08FF4047E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643" y="2307894"/>
            <a:ext cx="3819099" cy="213445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333C720-5AA9-F794-BC02-3537DADA0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4977" y="1571207"/>
            <a:ext cx="3524250" cy="226695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9D2B192-3CA3-96BD-69E7-194280E1D7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1963" y="2809457"/>
            <a:ext cx="1828800" cy="20574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647BC4D-5DEF-C6A7-7516-BAF0AF972462}"/>
              </a:ext>
            </a:extLst>
          </p:cNvPr>
          <p:cNvSpPr txBox="1"/>
          <p:nvPr/>
        </p:nvSpPr>
        <p:spPr>
          <a:xfrm>
            <a:off x="138741" y="4719985"/>
            <a:ext cx="4064769" cy="664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是疫情期间，星夜驰援武汉的青年医务工作者</a:t>
            </a:r>
            <a:endParaRPr lang="en-US" altLang="zh-CN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EC45EE0-13F7-2C3A-960A-B45CDCE327C8}"/>
              </a:ext>
            </a:extLst>
          </p:cNvPr>
          <p:cNvSpPr txBox="1"/>
          <p:nvPr/>
        </p:nvSpPr>
        <p:spPr>
          <a:xfrm>
            <a:off x="4614977" y="4257680"/>
            <a:ext cx="37713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是边关线上，日夜戍守国门的年轻战士</a:t>
            </a:r>
            <a:endParaRPr lang="en-US" altLang="zh-CN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0B5B28-FE3F-1ED0-1487-53701F0CEEC7}"/>
              </a:ext>
            </a:extLst>
          </p:cNvPr>
          <p:cNvSpPr txBox="1"/>
          <p:nvPr/>
        </p:nvSpPr>
        <p:spPr>
          <a:xfrm>
            <a:off x="8731462" y="1754213"/>
            <a:ext cx="30298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是埋头实验室、创业车间的“极客”和“创客”</a:t>
            </a:r>
            <a:endParaRPr lang="en-US" altLang="zh-CN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2F5AB5BA-C69D-F997-41FD-2DD0CFF8DE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9036"/>
          <a:stretch/>
        </p:blipFill>
        <p:spPr>
          <a:xfrm>
            <a:off x="6497412" y="4718484"/>
            <a:ext cx="1491079" cy="203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12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62CC8A-38B5-1A58-1CA9-808091CA0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05083CEC-5AC2-27A6-972B-911A80039235}"/>
              </a:ext>
            </a:extLst>
          </p:cNvPr>
          <p:cNvSpPr txBox="1"/>
          <p:nvPr/>
        </p:nvSpPr>
        <p:spPr>
          <a:xfrm>
            <a:off x="2717663" y="2844713"/>
            <a:ext cx="72586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他们都在以自己的方式，承担着新时代的责任，书写着属于自己的新时代篇章</a:t>
            </a:r>
          </a:p>
        </p:txBody>
      </p:sp>
    </p:spTree>
    <p:extLst>
      <p:ext uri="{BB962C8B-B14F-4D97-AF65-F5344CB8AC3E}">
        <p14:creationId xmlns:p14="http://schemas.microsoft.com/office/powerpoint/2010/main" val="3614985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A72B07CA-501A-519E-9F01-F277DAA3E3D2}"/>
              </a:ext>
            </a:extLst>
          </p:cNvPr>
          <p:cNvSpPr txBox="1"/>
          <p:nvPr/>
        </p:nvSpPr>
        <p:spPr>
          <a:xfrm>
            <a:off x="252662" y="637674"/>
            <a:ext cx="9050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那么，作为青年大学生的我们，又能够怎样书写“我与新时代”的故事呢</a:t>
            </a:r>
            <a:endParaRPr lang="en-US" altLang="zh-CN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2788B97-3A99-FD59-CB4E-040FDDC5B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63" y="3541593"/>
            <a:ext cx="3280712" cy="240270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FA533DF6-A712-38E8-2CB9-4F3E8E9638F9}"/>
              </a:ext>
            </a:extLst>
          </p:cNvPr>
          <p:cNvSpPr txBox="1"/>
          <p:nvPr/>
        </p:nvSpPr>
        <p:spPr>
          <a:xfrm>
            <a:off x="452489" y="2286910"/>
            <a:ext cx="3309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我们可以，用脚步丈量祖国大地，在实践中助力家乡发展</a:t>
            </a:r>
            <a:endParaRPr lang="en-US" altLang="zh-CN" dirty="0">
              <a:solidFill>
                <a:schemeClr val="bg1"/>
              </a:solidFill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258E346-6993-A7D9-1F96-BA9DC9B3AD09}"/>
              </a:ext>
            </a:extLst>
          </p:cNvPr>
          <p:cNvSpPr txBox="1"/>
          <p:nvPr/>
        </p:nvSpPr>
        <p:spPr>
          <a:xfrm>
            <a:off x="4675719" y="2286910"/>
            <a:ext cx="26940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我们可以，用知识攀登专业高峰，为科技自立自强贡献青春力量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0A02CD-38F4-F4BA-F680-3FED327A8BB6}"/>
              </a:ext>
            </a:extLst>
          </p:cNvPr>
          <p:cNvSpPr txBox="1"/>
          <p:nvPr/>
        </p:nvSpPr>
        <p:spPr>
          <a:xfrm>
            <a:off x="8563970" y="2247634"/>
            <a:ext cx="22791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我们可以，在看似平凡的岗位上创造不凡，活出独属于自己的精彩人生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976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5A226A-C472-6BA9-4255-466D8B4155AF}"/>
              </a:ext>
            </a:extLst>
          </p:cNvPr>
          <p:cNvSpPr txBox="1"/>
          <p:nvPr/>
        </p:nvSpPr>
        <p:spPr>
          <a:xfrm>
            <a:off x="1582365" y="889843"/>
            <a:ext cx="8603154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我们何其有幸，生逢这样一个伟大的新时代； </a:t>
            </a:r>
            <a:endParaRPr lang="en-US" altLang="zh-CN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我们又何其有幸，得以在未来的岁月里，与时代同频共振，续写一个又一个崭新的篇章。 </a:t>
            </a:r>
            <a:endParaRPr lang="en-US" altLang="zh-CN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此时此刻，我们不只是握紧手中的笔， 更是握紧了属于新青年的使命与方向。 </a:t>
            </a:r>
            <a:endParaRPr lang="en-US" altLang="zh-CN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新时代的壮丽画卷，正从我们脚下铺展到天际。 </a:t>
            </a:r>
            <a:endParaRPr lang="en-US" altLang="zh-CN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笔在我们手中，这一笔，落下的是青春的誓言；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我们何其有幸，生逢这样一个伟大的新时代；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我们又何其有幸，得以在未来的岁月里，与时代同频共振，续写一个又一个崭新的篇章。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此时此刻，我们不只是握紧手中的笔，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更是握紧了属于新青年的使命与方向。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新时代的壮丽画卷，正从我们脚下铺展到天际。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笔在我们手中，这一笔，落下的是青春的誓言；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这一笔，描摹的是家国的远方。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>
              <a:solidFill>
                <a:prstClr val="white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笔已在手，正当其时；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当书写者挺身而出，时代，必将记住我们的名字。</a:t>
            </a:r>
            <a:endParaRPr kumimoji="0" lang="zh-CN" alt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8144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5A226A-C472-6BA9-4255-466D8B4155AF}"/>
              </a:ext>
            </a:extLst>
          </p:cNvPr>
          <p:cNvSpPr txBox="1"/>
          <p:nvPr/>
        </p:nvSpPr>
        <p:spPr>
          <a:xfrm>
            <a:off x="2717663" y="2844713"/>
            <a:ext cx="72586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我们的发言到此结束</a:t>
            </a:r>
            <a:endParaRPr kumimoji="0" lang="en-US" altLang="zh-CN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谢谢大家</a:t>
            </a:r>
          </a:p>
        </p:txBody>
      </p:sp>
    </p:spTree>
    <p:extLst>
      <p:ext uri="{BB962C8B-B14F-4D97-AF65-F5344CB8AC3E}">
        <p14:creationId xmlns:p14="http://schemas.microsoft.com/office/powerpoint/2010/main" val="2542469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546</Words>
  <Application>Microsoft Office PowerPoint</Application>
  <PresentationFormat>宽屏</PresentationFormat>
  <Paragraphs>38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等线</vt:lpstr>
      <vt:lpstr>等线 Light</vt:lpstr>
      <vt:lpstr>华文楷体</vt:lpstr>
      <vt:lpstr>楷体</vt:lpstr>
      <vt:lpstr>Arial</vt:lpstr>
      <vt:lpstr>Office 主题​​</vt:lpstr>
      <vt:lpstr>PowerPoint 演示文稿</vt:lpstr>
      <vt:lpstr>我与新时代的故事，不仅停留在过去和当下，更将滚滚向前，驶向更宽广的未来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Alan</dc:creator>
  <cp:lastModifiedBy>妈 于</cp:lastModifiedBy>
  <cp:revision>15</cp:revision>
  <dcterms:created xsi:type="dcterms:W3CDTF">2025-11-16T13:31:15Z</dcterms:created>
  <dcterms:modified xsi:type="dcterms:W3CDTF">2025-11-17T14:06:20Z</dcterms:modified>
</cp:coreProperties>
</file>