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48" autoAdjust="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183BE-74BC-71C7-3F72-F198A077B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49A230-035F-FF03-3F44-73F3843DF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BB2B2-36B2-01FE-50B6-6FF3A0BB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26254-89A3-699E-D486-B07167B7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609B72-5E08-7646-A8D5-613D8DFB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8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39F03-2BE4-B9F2-7C8B-17A4C695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EC288-D263-D4C7-AD44-1833F7859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6D37F-2545-1561-ADAF-5733257A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587B7-70A8-6AE5-4A88-3932B2A3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383464-5634-32C4-B851-0F6A07F9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82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EDD60-CBAA-98DF-3DAC-5C0C804C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AA9AFF-777A-3DBA-E60C-5DD9378E8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682DDC-493C-4DBD-8C4B-84D8BFAA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2AB96-A5CF-AAB7-E465-5D6908B3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9E779B-9D92-E98C-5380-0F28B2B9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13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F306A-46F4-D088-A038-32C2E931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07AB21-4747-7831-1442-20E14C5C5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7F1F1E-2F1E-7117-4BAC-CA5EF9961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61E5BA-88CF-B891-A203-041A16A8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D78FC9-2351-A1AE-EA5E-1FDB7831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FD58C7-D09A-2D96-38D5-6862002B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44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A664-4962-2212-3BC6-8B4178CFF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11E151-63DE-CD1F-0E82-455181678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57165B-EE76-285C-082F-EFD52E471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863AB8-58FF-71B9-119F-8B2E4B02D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5C782E-2B50-B557-6A3B-5969B135D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10795C-7713-4E9F-58B2-481D3E51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0BABA8-57F7-0CF6-698C-B9255140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2A0453-CCC5-59F6-C19A-041B72FE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87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E30AC-D243-D41C-FFEC-B9201383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E4AE09-0243-5189-1AE7-31B40905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3A1301-6066-47DB-DC77-5CBC1D46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A248F8-D262-E27C-6F7A-2D96F566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1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4AE7E8-6420-17CA-D2E7-514EAC85A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F3CCE2-2120-D45E-5A95-A2A6DF39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AD5E83-7065-AEE7-566D-D0A5FD42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93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350ED-3657-2E07-A50C-675E32E4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40751-631E-FF8E-F26C-8BC0E256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3851B4-196B-7E0B-F489-515132010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4D4893-6A1E-52C2-8482-A56682CD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E6F9F-98CA-74AD-2A77-A153DBB7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A658C8-C72A-C376-14D8-6B8D30E2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8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E32CF-ECB9-F447-8620-CDA3B00D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699E8F-8209-C7ED-25D6-D7C6CAAD6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650584-575A-1EF4-D2AD-3ECBB74B6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6D4E12-2FDE-F5AD-1BE5-84FBB947D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7AACE-05AC-DB07-5B76-9C98E43E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BA20F1-4A71-E52B-90CD-0573AEA6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38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65C27-69AC-6A87-E9D9-5148B107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DA8840-521B-F8FE-6395-F7B8728AA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67DA9-916F-5A60-0D91-772541E4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F8FE1F-7977-5ABA-5AAD-B4D107AE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F06966-CD8A-B068-1149-BE47E95A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3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A7BC87-4E5B-125D-9918-D34D333D3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B5FA92-8B4A-B7C7-D21E-F71F1A920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C4215-1973-B6EA-FFC5-5B0489AC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16AAF4-C09C-152D-0955-EA3DAE9A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9E298-AEB6-84EC-1DD1-D1C30C05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1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EECE7F-F214-FB41-E291-15EFD3F3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EDF06D-9ECA-F7E9-3FB1-AE1AA4DA6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C7582-FDC7-BB2B-9E82-D2541A8F8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16A91-74DF-4340-8809-CF57F18855D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2043A-C02B-6717-9E88-455D4CE79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1EBF7E-8A03-5C63-6EC4-1C7590B46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91350-B21F-4182-B973-58F356CC2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59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5A226A-C472-6BA9-4255-466D8B4155AF}"/>
              </a:ext>
            </a:extLst>
          </p:cNvPr>
          <p:cNvSpPr txBox="1"/>
          <p:nvPr/>
        </p:nvSpPr>
        <p:spPr>
          <a:xfrm>
            <a:off x="2717663" y="2844713"/>
            <a:ext cx="7258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第三部分：未来与我的新时代</a:t>
            </a:r>
          </a:p>
        </p:txBody>
      </p:sp>
    </p:spTree>
    <p:extLst>
      <p:ext uri="{BB962C8B-B14F-4D97-AF65-F5344CB8AC3E}">
        <p14:creationId xmlns:p14="http://schemas.microsoft.com/office/powerpoint/2010/main" val="248463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8A4BA-7B53-50C5-5D8C-DBD56F7C2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8789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我与新时代的故事，不仅停留在过去和当下，更将滚滚向前，驶向更宽广的未来</a:t>
            </a:r>
          </a:p>
        </p:txBody>
      </p:sp>
    </p:spTree>
    <p:extLst>
      <p:ext uri="{BB962C8B-B14F-4D97-AF65-F5344CB8AC3E}">
        <p14:creationId xmlns:p14="http://schemas.microsoft.com/office/powerpoint/2010/main" val="121168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4ED6AD-236E-64DC-C013-9DB114EF0FAD}"/>
              </a:ext>
            </a:extLst>
          </p:cNvPr>
          <p:cNvSpPr txBox="1"/>
          <p:nvPr/>
        </p:nvSpPr>
        <p:spPr>
          <a:xfrm>
            <a:off x="402608" y="777923"/>
            <a:ext cx="6339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我与新时代的故事，前半段关乎成长和感恩，后半段则必然关乎责任与担当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0BDD6A-820E-F534-BBFA-4D9F289CF559}"/>
              </a:ext>
            </a:extLst>
          </p:cNvPr>
          <p:cNvSpPr txBox="1"/>
          <p:nvPr/>
        </p:nvSpPr>
        <p:spPr>
          <a:xfrm rot="10800000" flipV="1">
            <a:off x="7222718" y="3387382"/>
            <a:ext cx="46508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我们脚下的路，由前人铺就</a:t>
            </a:r>
            <a:endParaRPr lang="en-US" altLang="zh-CN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我们享受的便利，由无数建设者用汗水甚至生命奋斗而来</a:t>
            </a:r>
            <a:endParaRPr lang="en-US" altLang="zh-CN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通往未来的路，自然由我们来开拓</a:t>
            </a:r>
            <a:endParaRPr lang="en-US" altLang="zh-CN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下一个十年的新时代的故事，自然将由我们来开创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1AA3A5-51A5-BF84-DA66-3AF5190AA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" y="2782252"/>
            <a:ext cx="4514850" cy="30003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96BD524-5C52-32B9-58FA-E4627F783C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886"/>
          <a:stretch/>
        </p:blipFill>
        <p:spPr>
          <a:xfrm>
            <a:off x="7565619" y="777923"/>
            <a:ext cx="3308122" cy="223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8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A4D487-CA11-E9F8-67FF-ABA86D55FDFF}"/>
              </a:ext>
            </a:extLst>
          </p:cNvPr>
          <p:cNvSpPr txBox="1"/>
          <p:nvPr/>
        </p:nvSpPr>
        <p:spPr>
          <a:xfrm>
            <a:off x="264696" y="470433"/>
            <a:ext cx="6208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谈及责任与担当，我们通常觉得这个词汇有些宏大，我们可能也很少感受到什么时候，责任真正的落于我们肩头。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但是，其实书写新时代故事的责任，一直存在于我们身边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E994B8-FA7D-6378-700B-FB81FBD77B05}"/>
              </a:ext>
            </a:extLst>
          </p:cNvPr>
          <p:cNvSpPr txBox="1"/>
          <p:nvPr/>
        </p:nvSpPr>
        <p:spPr>
          <a:xfrm>
            <a:off x="2082122" y="5527325"/>
            <a:ext cx="4013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又或者说，那些在其他岗位上默默奉献着的人们，他们都承担了新时代的责任，书写着新时代的故事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F71C52-98D8-DE53-3080-08FF4047E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43" y="2307894"/>
            <a:ext cx="3819099" cy="21344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33C720-5AA9-F794-BC02-3537DADA0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77" y="1571207"/>
            <a:ext cx="3524250" cy="22669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D2B192-3CA3-96BD-69E7-194280E1D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963" y="2809457"/>
            <a:ext cx="1828800" cy="2057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647BC4D-5DEF-C6A7-7516-BAF0AF972462}"/>
              </a:ext>
            </a:extLst>
          </p:cNvPr>
          <p:cNvSpPr txBox="1"/>
          <p:nvPr/>
        </p:nvSpPr>
        <p:spPr>
          <a:xfrm>
            <a:off x="138741" y="4719985"/>
            <a:ext cx="4064769" cy="664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不管是疫情期间无数青年医务工作者驰援武汉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C45EE0-13F7-2C3A-960A-B45CDCE327C8}"/>
              </a:ext>
            </a:extLst>
          </p:cNvPr>
          <p:cNvSpPr txBox="1"/>
          <p:nvPr/>
        </p:nvSpPr>
        <p:spPr>
          <a:xfrm>
            <a:off x="4614977" y="4257680"/>
            <a:ext cx="377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还是在边关戍守国境的年轻战士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0B5B28-FE3F-1ED0-1487-53701F0CEEC7}"/>
              </a:ext>
            </a:extLst>
          </p:cNvPr>
          <p:cNvSpPr txBox="1"/>
          <p:nvPr/>
        </p:nvSpPr>
        <p:spPr>
          <a:xfrm>
            <a:off x="8731462" y="1754213"/>
            <a:ext cx="3029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又或者是那些自主创业，自立自强的极客创客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5AB5BA-C69D-F997-41FD-2DD0CFF8DE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36"/>
          <a:stretch/>
        </p:blipFill>
        <p:spPr>
          <a:xfrm>
            <a:off x="6497412" y="4718484"/>
            <a:ext cx="1491079" cy="203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2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72B07CA-501A-519E-9F01-F277DAA3E3D2}"/>
              </a:ext>
            </a:extLst>
          </p:cNvPr>
          <p:cNvSpPr txBox="1"/>
          <p:nvPr/>
        </p:nvSpPr>
        <p:spPr>
          <a:xfrm>
            <a:off x="252663" y="637674"/>
            <a:ext cx="606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那么对于我们大学生，又能够怎样书写我与新时代的故事呢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788B97-3A99-FD59-CB4E-040FDDC5B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3" y="3541593"/>
            <a:ext cx="3280712" cy="24027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A533DF6-A712-38E8-2CB9-4F3E8E9638F9}"/>
              </a:ext>
            </a:extLst>
          </p:cNvPr>
          <p:cNvSpPr txBox="1"/>
          <p:nvPr/>
        </p:nvSpPr>
        <p:spPr>
          <a:xfrm>
            <a:off x="452489" y="2286910"/>
            <a:ext cx="3309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可以，用脚步丈量祖国大地，助力家乡发展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58E346-6993-A7D9-1F96-BA9DC9B3AD09}"/>
              </a:ext>
            </a:extLst>
          </p:cNvPr>
          <p:cNvSpPr txBox="1"/>
          <p:nvPr/>
        </p:nvSpPr>
        <p:spPr>
          <a:xfrm>
            <a:off x="4675719" y="2286910"/>
            <a:ext cx="2694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可以，用知识攀登专业高峰，为科技自立自强贡献力量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0A02CD-38F4-F4BA-F680-3FED327A8BB6}"/>
              </a:ext>
            </a:extLst>
          </p:cNvPr>
          <p:cNvSpPr txBox="1"/>
          <p:nvPr/>
        </p:nvSpPr>
        <p:spPr>
          <a:xfrm>
            <a:off x="8563970" y="2247634"/>
            <a:ext cx="2279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可以，在平凡岗位上创造不凡，活出独属于自己的人生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976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5A226A-C472-6BA9-4255-466D8B4155AF}"/>
              </a:ext>
            </a:extLst>
          </p:cNvPr>
          <p:cNvSpPr txBox="1"/>
          <p:nvPr/>
        </p:nvSpPr>
        <p:spPr>
          <a:xfrm>
            <a:off x="1516660" y="2040046"/>
            <a:ext cx="86031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我们何其有幸，生在如此的新时代</a:t>
            </a:r>
            <a:endParaRPr lang="en-US" altLang="zh-CN" sz="36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我们又何其有幸，能够在未来继续书写下和新时代的动人篇章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我们笔已在手，正当其时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14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5A226A-C472-6BA9-4255-466D8B4155AF}"/>
              </a:ext>
            </a:extLst>
          </p:cNvPr>
          <p:cNvSpPr txBox="1"/>
          <p:nvPr/>
        </p:nvSpPr>
        <p:spPr>
          <a:xfrm>
            <a:off x="2717663" y="2844713"/>
            <a:ext cx="7258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我们的发言到此结束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254246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305</Words>
  <Application>Microsoft Office PowerPoint</Application>
  <PresentationFormat>宽屏</PresentationFormat>
  <Paragraphs>24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华文楷体</vt:lpstr>
      <vt:lpstr>Arial</vt:lpstr>
      <vt:lpstr>等线</vt:lpstr>
      <vt:lpstr>等线 Light</vt:lpstr>
      <vt:lpstr>楷体</vt:lpstr>
      <vt:lpstr>Office 主题​​</vt:lpstr>
      <vt:lpstr>PowerPoint 演示文稿</vt:lpstr>
      <vt:lpstr>我与新时代的故事，不仅停留在过去和当下，更将滚滚向前，驶向更宽广的未来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</dc:creator>
  <cp:lastModifiedBy>Alan</cp:lastModifiedBy>
  <cp:revision>14</cp:revision>
  <dcterms:created xsi:type="dcterms:W3CDTF">2025-11-16T13:31:15Z</dcterms:created>
  <dcterms:modified xsi:type="dcterms:W3CDTF">2025-11-17T12:51:59Z</dcterms:modified>
</cp:coreProperties>
</file>