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ngsoft" initials="k" lastIdx="1" clrIdx="0"/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image" Target="../media/image5.jpeg"/><Relationship Id="rId7" Type="http://schemas.openxmlformats.org/officeDocument/2006/relationships/image" Target="../media/image4.jpeg"/><Relationship Id="rId6" Type="http://schemas.openxmlformats.org/officeDocument/2006/relationships/image" Target="../media/image3.png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4.xml"/><Relationship Id="rId10" Type="http://schemas.openxmlformats.org/officeDocument/2006/relationships/image" Target="../media/image7.jpe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正文页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74" y="-5080"/>
            <a:ext cx="12192000" cy="6858000"/>
          </a:xfrm>
          <a:prstGeom prst="rect">
            <a:avLst/>
          </a:prstGeom>
        </p:spPr>
      </p:pic>
      <p:pic>
        <p:nvPicPr>
          <p:cNvPr id="7" name="图片 6" descr="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6" name="图片 5" descr="正文页装饰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102914" y="-5080"/>
            <a:ext cx="1089073" cy="12117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99185" y="697230"/>
            <a:ext cx="36912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 b="1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“</a:t>
            </a:r>
            <a:r>
              <a:rPr lang="zh-CN" altLang="en-US" sz="4000" b="1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改变</a:t>
            </a:r>
            <a:r>
              <a:rPr lang="en-US" altLang="zh-CN" sz="4000" b="1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”</a:t>
            </a:r>
            <a:endParaRPr lang="en-US" altLang="zh-CN" sz="4000" b="1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pic>
        <p:nvPicPr>
          <p:cNvPr id="4" name="图片 3" descr="mmexport176338382989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155" y="262255"/>
            <a:ext cx="4328160" cy="3245485"/>
          </a:xfrm>
          <a:prstGeom prst="rect">
            <a:avLst/>
          </a:prstGeom>
        </p:spPr>
      </p:pic>
      <p:pic>
        <p:nvPicPr>
          <p:cNvPr id="5" name="图片 4" descr="mmexport176338384139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0940" y="3710940"/>
            <a:ext cx="2229485" cy="2974340"/>
          </a:xfrm>
          <a:prstGeom prst="rect">
            <a:avLst/>
          </a:prstGeom>
        </p:spPr>
      </p:pic>
      <p:pic>
        <p:nvPicPr>
          <p:cNvPr id="9" name="图片 8" descr="mmexport17633844056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6575" y="3927475"/>
            <a:ext cx="3388995" cy="25412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02005" y="1894205"/>
            <a:ext cx="46412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</a:rPr>
              <a:t>我的母校是镇上唯一一所</a:t>
            </a:r>
            <a:r>
              <a:rPr lang="zh-CN" altLang="en-US" sz="2400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</a:rPr>
              <a:t>小学。</a:t>
            </a:r>
            <a:endParaRPr lang="zh-CN" altLang="en-US" sz="2400">
              <a:solidFill>
                <a:schemeClr val="bg1"/>
              </a:solidFill>
              <a:latin typeface="华文行楷" panose="02010800040101010101" charset="-122"/>
              <a:ea typeface="华文行楷" panose="02010800040101010101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</a:rPr>
              <a:t>如今，孩子们的学习</a:t>
            </a:r>
            <a:r>
              <a:rPr lang="zh-CN" altLang="en-US" sz="2400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</a:rPr>
              <a:t>环境已经有了巨大的</a:t>
            </a:r>
            <a:r>
              <a:rPr lang="zh-CN" altLang="en-US" sz="2400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</a:rPr>
              <a:t>变化。</a:t>
            </a:r>
            <a:endParaRPr lang="zh-CN" altLang="en-US" sz="2400">
              <a:solidFill>
                <a:schemeClr val="bg1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11" name="图片 10" descr="mmexport176338484746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2190" y="3780790"/>
            <a:ext cx="3345180" cy="2508885"/>
          </a:xfrm>
          <a:prstGeom prst="rect">
            <a:avLst/>
          </a:prstGeom>
        </p:spPr>
      </p:pic>
    </p:spTree>
    <p:custDataLst>
      <p:tags r:id="rId1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tags/tag1.xml><?xml version="1.0" encoding="utf-8"?>
<p:tagLst xmlns:p="http://schemas.openxmlformats.org/presentationml/2006/main">
  <p:tag name="KSO_WM_UNIT_SUBTYPE" val="v"/>
  <p:tag name="KSO_WM_TEMPLATE_CATEGORY" val="custom"/>
  <p:tag name="KSO_WM_TEMPLATE_INDEX" val="20225296"/>
  <p:tag name="KSO_WM_UNIT_TYPE" val="i"/>
  <p:tag name="KSO_WM_UNIT_INDEX" val="1"/>
  <p:tag name="KSO_WM_UNIT_ID" val="custom20225296_13*i*1"/>
  <p:tag name="KSO_WM_BEAUTIFY_FLAG" val="#wm#"/>
  <p:tag name="KSO_WM_TAG_VERSION" val="1.0"/>
  <p:tag name="KSO_WM_CHIP_GROUPID" val="62eb2892295c1bf6da6ad149"/>
  <p:tag name="KSO_WM_CHIP_XID" val="62eb289b295c1bf6da6ad155"/>
  <p:tag name="KSO_WM_UNIT_DEC_AREA_ID" val="01b10f4f6639439ea8e57fb84fa5707a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3e6886ba08844586b01aff403ea02559"/>
  <p:tag name="KSO_WM_SLIDE_BACKGROUND_TYPE" val="general"/>
  <p:tag name="KSO_WM_UNIT_PLACING_PICTURE_USER_VIEWPORT" val="{&quot;height&quot;:10800,&quot;width&quot;:19200}"/>
</p:tagLst>
</file>

<file path=ppt/tags/tag2.xml><?xml version="1.0" encoding="utf-8"?>
<p:tagLst xmlns:p="http://schemas.openxmlformats.org/presentationml/2006/main">
  <p:tag name="KSO_WM_UNIT_SUBTYPE" val="t"/>
  <p:tag name="KSO_WM_TEMPLATE_CATEGORY" val="custom"/>
  <p:tag name="KSO_WM_TEMPLATE_INDEX" val="20225296"/>
  <p:tag name="KSO_WM_UNIT_TYPE" val="i"/>
  <p:tag name="KSO_WM_UNIT_INDEX" val="1"/>
  <p:tag name="KSO_WM_UNIT_ID" val="custom20225296_13*i*1"/>
  <p:tag name="KSO_WM_BEAUTIFY_FLAG" val="#wm#"/>
  <p:tag name="KSO_WM_TAG_VERSION" val="1.0"/>
  <p:tag name="KSO_WM_CHIP_GROUPID" val="62eb2892295c1bf6da6ad149"/>
  <p:tag name="KSO_WM_CHIP_XID" val="62eb289b295c1bf6da6ad153"/>
  <p:tag name="KSO_WM_UNIT_DEC_AREA_ID" val="02c166297723421581540d53b514ef29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1181c74f00454ed59b3dc5217791d74a"/>
  <p:tag name="KSO_WM_SLIDE_BACKGROUND_TYPE" val="general"/>
</p:tagLst>
</file>

<file path=ppt/tags/tag3.xml><?xml version="1.0" encoding="utf-8"?>
<p:tagLst xmlns:p="http://schemas.openxmlformats.org/presentationml/2006/main">
  <p:tag name="KSO_WM_UNIT_SUBTYPE" val="t"/>
  <p:tag name="KSO_WM_TEMPLATE_CATEGORY" val="custom"/>
  <p:tag name="KSO_WM_TEMPLATE_INDEX" val="20225296"/>
  <p:tag name="KSO_WM_UNIT_TYPE" val="i"/>
  <p:tag name="KSO_WM_UNIT_INDEX" val="1"/>
  <p:tag name="KSO_WM_UNIT_ID" val="custom20225296_13*i*1"/>
  <p:tag name="KSO_WM_BEAUTIFY_FLAG" val="#wm#"/>
  <p:tag name="KSO_WM_TAG_VERSION" val="1.0"/>
  <p:tag name="KSO_WM_CHIP_GROUPID" val="62eb2892295c1bf6da6ad149"/>
  <p:tag name="KSO_WM_CHIP_XID" val="62eb289b295c1bf6da6ad154"/>
  <p:tag name="KSO_WM_UNIT_DEC_AREA_ID" val="a5954774a1e84aeb8feb4cf1c2d2d5f7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e34f6cedb5642899145f85e4eae2cbc"/>
  <p:tag name="KSO_WM_SLIDE_BACKGROUND_TYPE" val="general"/>
</p:tagLst>
</file>

<file path=ppt/tags/tag4.xml><?xml version="1.0" encoding="utf-8"?>
<p:tagLst xmlns:p="http://schemas.openxmlformats.org/presentationml/2006/main">
  <p:tag name="KSO_WM_SLIDE_BACKGROUND" val="[&quot;general&quot;]"/>
  <p:tag name="KSO_WM_SLIDE_RATIO" val="1.777778"/>
  <p:tag name="KSO_WM_SLIDE_ID" val="custom20225296_13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3"/>
  <p:tag name="KSO_WM_SLIDE_SIZE" val="864*444"/>
  <p:tag name="KSO_WM_SLIDE_POSITION" val="48*48"/>
  <p:tag name="KSO_WM_TAG_VERSION" val="1.0"/>
  <p:tag name="KSO_WM_BEAUTIFY_FLAG" val="#wm#"/>
  <p:tag name="KSO_WM_TEMPLATE_CATEGORY" val="custom"/>
  <p:tag name="KSO_WM_TEMPLATE_INDEX" val="20225296"/>
  <p:tag name="KSO_WM_SLIDE_LAYOUT" val="a_d_f"/>
  <p:tag name="KSO_WM_SLIDE_LAYOUT_CNT" val="1_2_1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edc3acfa6683b8872bacff"/>
  <p:tag name="KSO_WM_CHIP_FILLPROP" val="[[{&quot;text_align&quot;:&quot;cm&quot;,&quot;text_direction&quot;:&quot;horizontal&quot;,&quot;support_features&quot;:[&quot;collage&quot;],&quot;support_big_font&quot;:false,&quot;picture_toward&quot;:0,&quot;picture_dockside&quot;:[],&quot;fill_id&quot;:&quot;56c3196686354b03a9e8da07e893c2ec&quot;,&quot;fill_align&quot;:&quot;cm&quot;,&quot;chip_types&quot;:[&quot;picture&quot;]},{&quot;text_align&quot;:&quot;cm&quot;,&quot;text_direction&quot;:&quot;horizontal&quot;,&quot;support_features&quot;:[&quot;collage&quot;],&quot;support_big_font&quot;:false,&quot;picture_toward&quot;:0,&quot;picture_dockside&quot;:[],&quot;fill_id&quot;:&quot;6083a3a21032497a83ac3e7829e551bf&quot;,&quot;fill_align&quot;:&quot;cm&quot;,&quot;chip_types&quot;:[&quot;picture&quot;]},{&quot;text_align&quot;:&quot;lb&quot;,&quot;text_direction&quot;:&quot;horizontal&quot;,&quot;support_big_font&quot;:false,&quot;picture_toward&quot;:0,&quot;picture_dockside&quot;:[],&quot;fill_id&quot;:&quot;565b36a3919b4d7a875cc460311c0899&quot;,&quot;fill_align&quot;:&quot;lb&quot;,&quot;chip_types&quot;:[&quot;header&quot;]},{&quot;text_align&quot;:&quot;lt&quot;,&quot;text_direction&quot;:&quot;horizontal&quot;,&quot;support_big_font&quot;:false,&quot;picture_toward&quot;:0,&quot;picture_dockside&quot;:[],&quot;fill_id&quot;:&quot;767854ba5f6f4f2699dd5aaefc9da7a8&quot;,&quot;fill_align&quot;:&quot;lt&quot;,&quot;chip_types&quot;:[&quot;text&quot;]}],[{&quot;text_align&quot;:&quot;cm&quot;,&quot;text_direction&quot;:&quot;horizontal&quot;,&quot;support_features&quot;:[&quot;collage&quot;],&quot;support_big_font&quot;:false,&quot;picture_toward&quot;:0,&quot;picture_dockside&quot;:[],&quot;fill_id&quot;:&quot;56c3196686354b03a9e8da07e893c2ec&quot;,&quot;fill_align&quot;:&quot;cm&quot;,&quot;chip_types&quot;:[&quot;picture&quot;]},{&quot;text_align&quot;:&quot;cm&quot;,&quot;text_direction&quot;:&quot;horizontal&quot;,&quot;support_features&quot;:[&quot;collage&quot;],&quot;support_big_font&quot;:false,&quot;picture_toward&quot;:0,&quot;picture_dockside&quot;:[],&quot;fill_id&quot;:&quot;6083a3a21032497a83ac3e7829e551bf&quot;,&quot;fill_align&quot;:&quot;cm&quot;,&quot;chip_types&quot;:[&quot;picture&quot;]},{&quot;text_align&quot;:&quot;cb&quot;,&quot;text_direction&quot;:&quot;horizontal&quot;,&quot;support_big_font&quot;:false,&quot;picture_toward&quot;:0,&quot;picture_dockside&quot;:[],&quot;fill_id&quot;:&quot;565b36a3919b4d7a875cc460311c0899&quot;,&quot;fill_align&quot;:&quot;cb&quot;,&quot;chip_types&quot;:[&quot;header&quot;]},{&quot;text_align&quot;:&quot;lt&quot;,&quot;text_direction&quot;:&quot;horizontal&quot;,&quot;support_big_font&quot;:false,&quot;picture_toward&quot;:0,&quot;picture_dockside&quot;:[],&quot;fill_id&quot;:&quot;767854ba5f6f4f2699dd5aaefc9da7a8&quot;,&quot;fill_align&quot;:&quot;lt&quot;,&quot;chip_types&quot;:[&quot;text&quot;]}]]"/>
  <p:tag name="KSO_WM_SLIDE_CAN_ADD_NAVIGATION" val="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00:39&quot;,&quot;maxSize&quot;:{&quot;size1&quot;:73.200000000000003},&quot;minSize&quot;:{&quot;size1&quot;:60},&quot;normalSize&quot;:{&quot;size1&quot;:73.200000000000003},&quot;subLayout&quot;:[{&quot;id&quot;:&quot;2021-04-01T15:00:39&quot;,&quot;maxSize&quot;:{&quot;size1&quot;:81.799999999999997},&quot;minSize&quot;:{&quot;size1&quot;:69.799999999999997},&quot;normalSize&quot;:{&quot;size1&quot;:81.799999999999997},&quot;subLayout&quot;:[{&quot;id&quot;:&quot;2021-04-01T15:00:39&quot;,&quot;margin&quot;:{&quot;bottom&quot;:0.81999999284744263,&quot;left&quot;:1.6929999589920044,&quot;right&quot;:1.6929999589920044,&quot;top&quot;:1.6929999589920044},&quot;type&quot;:0},{&quot;id&quot;:&quot;2021-04-01T15:00:39&quot;,&quot;margin&quot;:{&quot;bottom&quot;:0.3970000147819519,&quot;left&quot;:1.6929999589920044,&quot;right&quot;:1.6929999589920044,&quot;top&quot;:0.026000002399086952},&quot;type&quot;:0}],&quot;type&quot;:0},{&quot;id&quot;:&quot;2021-04-01T15:00:39&quot;,&quot;margin&quot;:{&quot;bottom&quot;:1.6929999589920044,&quot;left&quot;:1.6929999589920044,&quot;right&quot;:1.6929999589920044,&quot;top&quot;:0.026000002399086952},&quot;type&quot;:0}],&quot;type&quot;:0}"/>
  <p:tag name="KSO_WM_CHIP_DECFILLPROP" val="[]"/>
  <p:tag name="KSO_WM_CHIP_GROUPID" val="5eedc3acfa6683b8872bacfe"/>
  <p:tag name="KSO_WM_SLIDE_BK_DARK_LIGHT" val="2"/>
  <p:tag name="KSO_WM_SLIDE_BACKGROUND_TYPE" val="general"/>
  <p:tag name="KSO_WM_SLIDE_SUPPORT_FEATURE_TYPE" val="0"/>
  <p:tag name="KSO_WM_TEMPLATE_ASSEMBLE_XID" val="60656e784054ed1e2fb7f960"/>
  <p:tag name="KSO_WM_TEMPLATE_ASSEMBLE_GROUPID" val="60656e784054ed1e2fb7f960"/>
  <p:tag name="KSO_WM_CHIP_COLORING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WPS 演示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0" baseType="lpstr">
      <vt:lpstr>Arial</vt:lpstr>
      <vt:lpstr>宋体</vt:lpstr>
      <vt:lpstr>Wingdings</vt:lpstr>
      <vt:lpstr>Arial Unicode MS</vt:lpstr>
      <vt:lpstr>Arial Black</vt:lpstr>
      <vt:lpstr>微软雅黑</vt:lpstr>
      <vt:lpstr>黑体</vt:lpstr>
      <vt:lpstr>华文中宋</vt:lpstr>
      <vt:lpstr>华文仿宋</vt:lpstr>
      <vt:lpstr>华文宋体</vt:lpstr>
      <vt:lpstr>华文细黑</vt:lpstr>
      <vt:lpstr>华文楷体</vt:lpstr>
      <vt:lpstr>微软雅黑 Light</vt:lpstr>
      <vt:lpstr>方正姚体</vt:lpstr>
      <vt:lpstr>方正舒体</vt:lpstr>
      <vt:lpstr>隶书</vt:lpstr>
      <vt:lpstr>华文行楷</vt:lpstr>
      <vt:lpstr>华文隶书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18223</dc:creator>
  <cp:lastModifiedBy>18223</cp:lastModifiedBy>
  <cp:revision>3</cp:revision>
  <dcterms:created xsi:type="dcterms:W3CDTF">2019-09-19T02:01:00Z</dcterms:created>
  <dcterms:modified xsi:type="dcterms:W3CDTF">2025-11-17T13:09:11Z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2052-11.8.2.11718</vt:lpwstr>
  </property>
  <property fmtid="{D5CDD505-2E9C-101B-9397-08002B2CF9AE}" pid="3" name="ICV">
    <vt:lpwstr>09D69418D3F4473786CC776600644806</vt:lpwstr>
  </property>
</Properties>
</file>